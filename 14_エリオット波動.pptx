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エリオット波動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Elliott Wave Theory ── 市場の波動構造を読み解く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エリオット波動理論とは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1930年代にラルフ・ネルソン・エリオットが発見した相場理論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市場の値動きには繰り返しの波動パターンが存在する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フラクタル構造 ── 大きな波の中に小さな波が入れ子状に存在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群集心理（楽観→悲観→楽観）の循環がパターンを生む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推進波（Impulse）5波 + 修正波（Corrective）3波 ＝ 1サイクル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POINT：エリオット波動は「市場参加者の集団心理が一定のパターンで循環する」という前提に基づく。パターン認識力と経験が求められる上級手法。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推進波（Impulse Wave）── 5波構造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第1波：新しいトレンドの始まり。多くの参加者はまだ気づかない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第2波：第1波の調整。第1波の始点を超えて戻ることはない（ルール）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第3波：最も強力で長い波（最短にはならない）。出来高増大、勢い最大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第4波：利益確定による調整。第1波の高値と重ならない（ルール）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第5波：最後の推進。勢いは第3波より弱い。ダイバージェンス発生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3つの絶対ルール：①第2波は第1波の始点を超えない ②第3波は最短にならない ③第4波は第1波の領域に入らない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修正波（Corrective Wave）── ABC構造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A波：推進波の終了後に発生する最初の逆行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B波：A波に対する反動（推進波方向への戻り）。トラップになりやすい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C波：最終的な修正。A波と同程度かそれ以上の値幅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修正パターンの種類：ジグザグ（5-3-5）、フラット（3-3-5）、トライアングル（3-3-3-3-3）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修正波は推進波より複雑で予測が困難な傾向がある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波の階層（Wave Degree）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グランドスーパーサイクル：数十年〜数百年単位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スーパーサイクル：数年〜数十年単位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サイクル：1年〜数年単位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プライマリー：数ヶ月〜1年単位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インターミディエイト：数週間〜数ヶ月単位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マイナー / ミニュエット：日〜数週間 / 時間〜日単位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POINT：すべての時間軸で同じ波動構造が入れ子状に存在する。上位の波の位置を把握することで、下位時間軸の方向性を判断できる。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フィボナッチとエリオット波動の関係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第2波のリトレースメント：第1波の50%〜61.8%が典型的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第3波のエクステンション：第1波の161.8%〜261.8%が目安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第4波のリトレースメント：第3波の23.6%〜38.2%が典型的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第5波のエクステンション：第1波と同程度か、第1波の61.8%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C波の長さ：A波の100%〜161.8%が一般的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フィボナッチ比率は波のターゲット設定とカウント検証に使用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実践的な活用と限界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最も狙いやすい：第3波（最強のモメンタム）と第5波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第3波は第1波のブレイクアウト確認後にエントリー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修正波の終了（ABC完了）を待って推進波方向にエントリー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限界①：波のカウントに主観が入りやすい（人により異なる解釈）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限界②：リアルタイムでは「今何波目か」の判断が困難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限界③：習得に長い経験と練習が必要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POINT：エリオット波動は単独で使うより、他のテクニカル分析（S/R、フィボナッチ、インジケーター）と組み合わせて使用することで精度が向上する。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推進5波 + 修正3波 ＝ 1サイクル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3つのルール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第2波/第3波/第4波に関する絶対ルール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修正パターン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ジグザグ・フラット・トライアングル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フィボナッチ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各波のターゲットをフィボナッチ比率で推定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限界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主観的、リアルタイム判断困難、経験が必要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エリオット波動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ハーモニックパターン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