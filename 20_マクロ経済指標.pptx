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マクロ経済指標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Macroeconomic Indicators ── 市場を動かす経済データ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なぜ経済指標が重要なのか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経済指標は各国の経済状態を数値で表す「健康診断結果」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中央銀行はこれらのデータに基づいて金融政策を決定する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金融政策の変更 → 金利変動 → 通貨の価値変動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市場の「予想（コンセンサス）」と「結果」の差が値動きを生む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予想通り ＝ 織り込み済みで反応薄、予想との乖離 ＝ 大きな値動き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トレーダーは経済カレンダーで発表スケジュールを必ず確認する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POINT：重要なのは「数値そのもの」よりも「市場予想との差」。予想より良い/悪いの方向とその程度が値動きの大きさを決める。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GDP（国内総生産）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定義：一定期間に国内で生産された財・サービスの総額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経済の全体的な規模と成長率を測る最も包括的な指標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発表頻度：四半期ごと（速報値→改定値→確報値の3回発表）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前期比年率（QoQ annualized）で比較するのが一般的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GDP成長率の上昇 → 通貨にとってポジティブ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2四半期連続のマイナス成長 ＝ テクニカル・リセッション（景気後退）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インフレ指標（CPI・PPI・PCE）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CPI（消費者物価指数）── 消費者が購入する商品・サービスの価格変動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コアCPI ── 食品・エネルギーを除外（変動が激しいため）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PPI（生産者物価指数）── 生産者側の出荷価格 → CPIの先行指標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PCE（個人消費支出物価指数）── FRBが最重視するインフレ指標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インフレ上昇 → 利上げ期待 → 通貨高の傾向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インフレ低下 → 利下げ期待 → 通貨安の傾向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POINT：インフレ指標は中央銀行の政策変更に最も直結する。特に米国のCPIとPCEはFX市場を大きく動かすイベント。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雇用関連指標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NFP（非農業部門雇用者数）── 毎月第一金曜日発表、FX市場最大のイベント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失業率 ── 労働力人口に対する失業者の割合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ADP雇用統計 ── NFPの2日前に発表される民間版雇用データ（先行指標）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新規失業保険申請件数 ── 毎週発表、労働市場の最新動向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平均時給（Average Hourly Earnings）── 賃金インフレの指標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強い雇用 → 経済堅調 → 利上げ/維持期待 → 通貨高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主要経済指標のインパクト一覧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発表頻度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インパクト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主な影響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NFP（米雇用統計）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USD全般に大きな影響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CPI / コアCPI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金利期待に直結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FOMC金利決定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USD・株・債券全般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GDP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四半期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経済全体の方向性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PMI（購買担当者指数）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景気の先行指標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小売売上高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★★☆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個人消費の動向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消費者信頼感指数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消費マインドの変化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貿易収支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毎月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★☆☆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通貨の需給に影響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PMI・小売売上高・消費者信頼感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PMI（購買担当者指数）── 企業の購買担当者への調査。50が分岐点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PMI ＞ 50 ＝ 景気拡大、PMI ＜ 50 ＝ 景気縮小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製造業PMIとサービス業PMIの2種類がある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小売売上高 ── 個人消費の動向を示す。GDPの先行指標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消費者信頼感指数 ── 消費者の景況感。将来の消費動向の先行指標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これらの指標は「トレンドの変化」を捉えることが重要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経済カレンダーの使い方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主要な経済カレンダー：Forex Factory、Investing.com、Bloomberg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前日に翌日の重要イベントを確認する習慣をつける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高インパクト指標の前後はスプレッド拡大・スリッページ増大に注意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コンセンサス（市場予想）を事前に把握しておく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前回値 vs 予想値 vs 実際値の3つの関係で市場反応を判断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「速報値」は後から改定されることがある → 改定値にも注意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基本原則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予想との乖離が値動きを生む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GDP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経済全体の規模と成長率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インフレ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CPI/PCEが中央銀行の政策を左右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雇用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NFPはFX市場最大のイベント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PMI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50が景気拡大/縮小の分岐点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実践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経済カレンダーの毎日確認を習慣に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マクロ経済指標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中央銀行政策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