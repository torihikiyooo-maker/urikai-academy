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4A537"/>
                </a:solidFill>
                <a:latin typeface="Meiryo UI"/>
              </a:defRPr>
            </a:pPr>
            <a:r>
              <a:t>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eiryo UI"/>
              </a:defRPr>
            </a:pPr>
            <a:r>
              <a:t>チャートパターン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EB6BF"/>
                </a:solidFill>
                <a:latin typeface="Meiryo UI"/>
              </a:defRPr>
            </a:pPr>
            <a:r>
              <a:t>Chart Patterns ── 繰り返される価格形状を識別する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846320"/>
            <a:ext cx="2103120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6BF"/>
                </a:solidFill>
                <a:latin typeface="Meiryo UI"/>
              </a:defRPr>
            </a:pPr>
            <a:r>
              <a:t>URIKAI Trading Academy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チャートパターンとは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価格チャート上に繰り返し出現する特定の形状・構造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市場参加者の集団心理が一定の行動パターンを生むために形成される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反転パターン ── トレンドの転換を示唆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継続パターン ── 既存トレンドの一時的な調整後の継続を示唆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パターンが完成するまでは「仮説」── ブレイクで確定する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パターンの大きさ（形成期間）が大きいほど、その後の値動きも大きい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チャートパターン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ヘッドアンドショルダー（Head &amp; Shoulders）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最も有名な反転パターン ── 3つの山で構成（左肩・頭・右肩）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頭（Head）が最も高く、左右の肩（Shoulders）はほぼ同じ高さ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ネックライン ── 左肩と頭の間の安値と、頭と右肩の間の安値を結ぶ線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エントリー：ネックラインの下方ブレイクで売り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ターゲット：頭からネックラインまでの距離を、ブレイクポイントから下に計測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逆ヘッドアンドショルダー（Inverse H&amp;S）── 下落トレンドの底で出現、上昇転換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チャートパターン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ダブルトップ / ダブルボトム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ダブルトップ ── 同じ価格帯で2回天井をつけた後に下落（M型）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ダブルボトム ── 同じ価格帯で2回底をつけた後に上昇（W型）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2つのピーク/ボトムの間にネックライン（中間の安値/高値）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ネックラインのブレイクでパターン完成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ターゲット：2つのピークからネックラインまでの距離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トリプルトップ/ボトム ── 3回のタッチでさらに信頼性が高い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チャートパターン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フラッグ / ペナント（継続パターン）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フラッグ ── 急騰/急落の後に形成される平行四辺形の調整パターン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ブルフラッグ：上昇後にやや下向きの平行チャネルで調整 → 上方ブレイク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ベアフラッグ：下落後にやや上向きの平行チャネルで調整 → 下方ブレイク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ペナント ── 急騰/急落後に形成される三角形の小さな調整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フラッグポール（旗竿）── 調整前の急騰/急落の部分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ターゲット：フラッグポールの長さをブレイクポイントに加算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チャートパターン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ウェッジ / トライアングル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ライジングウェッジ ── 上昇する収束線。弱気パターン（下方ブレイク傾向）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フォーリングウェッジ ── 下降する収束線。強気パターン（上方ブレイク傾向）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アセンディングトライアングル ── 水平レジスタンス＋上昇サポート → 上方ブレイク傾向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ディセンディングトライアングル ── 水平サポート＋下降レジスタンス → 下方ブレイク傾向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シンメトリカルトライアングル ── 上下の収束 → どちらにもブレイク可能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ブレイクの方向と出来高の増大で確認する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チャートパターン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パターンの計測とターゲット設定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H&amp;S：頭 → ネックライン距離をブレイクから計測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ダブルトップ/ボトム：ピーク → ネックライン距離をブレイクから計測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トライアングル：トライアングルの最大幅をブレイクポイントに加算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フラッグ：フラッグポールの長さをブレイクポイントに加算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計測値はあくまで「目安」── 必ず到達するわけではない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途中のS/Rレベルも考慮してTP設定を調整する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937760"/>
            <a:ext cx="54864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4937760"/>
            <a:ext cx="10460736" cy="10058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ctr">
              <a:defRPr sz="1400">
                <a:solidFill>
                  <a:srgbClr val="2C3E50"/>
                </a:solidFill>
                <a:latin typeface="Meiryo UI"/>
              </a:defRPr>
            </a:pPr>
            <a:r>
              <a:t>POINT：パターンターゲットに到達する前に、既知のS/Rが存在する場合はそちらを優先する。計測値はあくまで参考目標。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チャートパターン    |    URIKAI Trading Academy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まとめ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反転パターン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21615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H&amp;S、ダブルトップ/ボトム、トリプルトップ/ボトム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継続パターン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76479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フラッグ、ペナント、レクタングル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ウェッジ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31343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ライジング（弱気）、フォーリング（強気）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3464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トライアングル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6207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アセンディング・ディセンディング・シンメトリカル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ターゲット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41071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パターンの高さをブレイクポイントから計測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チャートパターン    |    URIKAI Trading Academy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537"/>
                </a:solidFill>
                <a:latin typeface="Meiryo UI"/>
              </a:defRPr>
            </a:pPr>
            <a:r>
              <a:t>End of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EB6BF"/>
                </a:solidFill>
                <a:latin typeface="Meiryo UI"/>
              </a:defRPr>
            </a:pPr>
            <a:r>
              <a:t>Next → フィボナッチ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4572000"/>
            <a:ext cx="2103120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6BF"/>
                </a:solidFill>
                <a:latin typeface="Meiryo UI"/>
              </a:defRPr>
            </a:pPr>
            <a:r>
              <a:t>URIKAI Trading Academy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