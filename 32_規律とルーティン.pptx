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537"/>
                </a:solidFill>
                <a:latin typeface="Meiryo UI"/>
              </a:defRPr>
            </a:pPr>
            <a:r>
              <a:t>SECTION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 UI"/>
              </a:defRPr>
            </a:pPr>
            <a:r>
              <a:t>規律とルーティン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Discipline &amp; Routine ── 一貫性がプロと素人を分ける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84632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なぜ規律がトレード成功の最大要因なのか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優れた戦略を持っていても、規律なしに実行できなければ無意味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プロトレーダーの共通点：ルールを一貫して守る能力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1回のルール違反が「今回は特別」を生み、習慣化する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規律は「才能」ではなく「習慣」── 仕組みで作るもの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トレードルーティンは規律を「自動化」する装置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規律とルーティン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プレマーケットルーティン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①経済カレンダーの確認 ── 本日の重要イベント・指標発表時間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②前日の値動きレビュー ── 何が起きたか、どのS/Rが反応したか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③主要S/Rレベルのマーキング ── 上位時間軸から描画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④本日のバイアス形成 ── 買い目線か売り目線か、どの条件でエントリーか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⑤アラート設定 ── 注目レベルに価格が到達したら通知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所要時間の目安：15〜30分。これを毎日のルーティンにする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規律とルーティン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エントリーチェックリスト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□ 上位時間軸のトレンド方向は？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□ S/Rレベルに到達しているか？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□ ローソク足パターンまたはエントリートリガーが出ているか？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□ RRRは基準（例：1:2）以上か？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□ SLとTPの位置は明確か？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□ ポジションサイズは1-2%ルール内か？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□ 高インパクトイベントの直前ではないか？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POINT：全項目にチェックが入らなければエントリーしない。このルールを100%守るだけでトレードの質は劇的に改善する。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規律とルーティン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トレード後のレビュー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各トレード直後にジャーナルに記録する項目：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①日時、通貨ペア、方向、エントリー/イグジット価格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②エントリー根拠（なぜ入ったか）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③SL/TP設定と実際の決済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④感情の状態（冷静/焦り/FOMO/リベンジ等）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⑤チェックリストの遵守度（全条件を満たしていたか）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⑥改善点（次回への学び）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規律とルーティン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週次・月次パフォーマンスレビュー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週次（毎週末）：今週のトレード結果、勝率、平均RR、期待値を計算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月次（月末）：月間の総括、エクイティカーブの確認、戦略の有効性評価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チェック項目：ルール遵守率、最大ドローダウン、最良/最悪のトレード分析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改善点の特定 → 翌週/翌月の重点改善項目を1つだけ決める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四半期レビュー：戦略全体の見直し、市場環境の変化への適応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「完璧」を目指さない ── 少しずつ改善を積み重ねる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規律とルーティン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規律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161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ルールの一貫した遵守が長期的成功の最大要因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プレマーケット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6479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カレンダー→レビュー→S/R→バイアス→アラート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チェックリスト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1343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全条件合致のみエントリー、例外なし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ジャーナル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6207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毎トレード記録：根拠・結果・感情・改善点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レビュー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41071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週次/月次/四半期でパフォーマンスを定量評価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規律とルーティン    |    URIKAI Trading Academy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Meiryo UI"/>
              </a:defRPr>
            </a:pPr>
            <a:r>
              <a:t>End of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Next → トレーディングプラン作成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57200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