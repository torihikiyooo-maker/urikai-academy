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ハーモニックパターン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Harmonic Patterns ── フィボナッチ比率に基づく精密パターン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ハーモニックパターンとは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Scott Carneyが体系化したフィボナッチ比率ベースのパターン認識手法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特定のフィボナッチ比率で構成される幾何学的な価格パターン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PRZ（Potential Reversal Zone）── 複数のフィボナッチが収束する反転ゾーン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高い精度でエントリーポイントと損切りレベルを特定できる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XABCD の5点で構成されるパターンが基本形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POINT：ハーモニックパターンは「価格が特定のフィボナッチ比率に従って動く」という前提に基づく。精密な計測が必要な上級テクニック。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ABCDパターン ── 基本ビルディングブロック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最もシンプルなハーモニックパターン（4点で構成）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AB：最初の推進レグ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BC：ABの38.2%〜88.6%リトレースメント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CD：BCの127.2%〜261.8%エクステンション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AB = CD（等しい値幅）になるケースが最も一般的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他のすべてのハーモニックパターンの基礎構造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主要ハーモニックパターン一覧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パターン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XAに対するB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XAに対するD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ガートレー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最も一般的、X点内で完結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バット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38.2%〜50%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深いリトレース、精度が高い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バタフライ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127.2%〜161.8%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X点を超える拡張パターン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クラブ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38.2%〜61.8%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161.8%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最も深い拡張、PRZが明確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サイファー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38.2%〜61.8%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78.6%(XC)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C点がX点を超える独自構造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ガートレーパターン（Gartley 222）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H.M. Gartleyが1935年に発見、Scott Carneyがフィボナッチ比率を追加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構造：XA → AB（XAの61.8%）→ BC（ABの38.2-88.6%）→ CD（XAの78.6%）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D点（PRZ）でエントリー：XAの78.6%リトレースメント付近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ストップロス：X点の少し外側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テイクプロフィット：AD値幅の38.2%、61.8%、または A点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成功率が比較的高いとされるパターン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ハーモニックパターンのトレード方法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①パターンの形成を認識（XABCの4点が確定した段階で待ち構え）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②D点のPRZ（潜在的反転ゾーン）を事前に計算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③PRZに到達したら反転のプライスアクション確認を待つ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④エントリー：PRZでの反転確認後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⑤ストップロス：X点（ガートレー/バット）またはPRZの少し外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⑥テイクプロフィット：ADの38.2%、61.8%、A点（段階的利確）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POINT：PRZに到達しただけではエントリーしない。反転のローソク足パターン（ピンバー、エンゴルフィング等）を確認してからエントリーすること。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限界と注意点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パターンの識別に高い精度が必要 ── 比率が少しずれると別パターンに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完璧な比率のパターンは実際の相場では稀 ── 許容範囲の設定が必要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全てのパターンが機能するわけではない ── 確率的アプローチが前提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自動認識ツール（TradingViewのハーモニック検出等）の活用が実用的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他のテクニカル分析（S/R、トレンド方向）との組み合わせで精度向上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習得には相当な練習量が必要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基本概念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フィボナッチ比率で構成される精密な反転パターン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ABCD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基本構造、全ハーモニックの土台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主要パターン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ガートレー、バット、バタフライ、クラブ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トレード手法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PRZで反転確認後エントリー、段階的利確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精密な計測が必要、確率的アプローチ前提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ハーモニックパターン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ワイコフ理論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