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各国経済プロファイル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Country Economic Profiles ── 主要通貨の背景を知る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米国（USD）── 世界の基軸通貨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世界最大の経済大国、基軸通貨としてすべてのFX取引の88%に関与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FRB（連邦準備制度）の金融政策が世界中の市場に波及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主要指標：NFP、CPI、PCE、GDP、ISM PMI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ドルインデックス（DXY）でドル全体の強弱を把握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リスクオフ時の安全通貨としての側面もある（対新興国通貨）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米国債利回り（特に2年/10年）がドルの方向性を左右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ユーロ圏（EUR）── 多国間通貨の複雑さ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20カ国の統一通貨。ECB（欧州中央銀行）が金融政策を決定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ドイツ・フランスが経済の中心。南欧（イタリア・スペイン）との格差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主要指標：ユーロ圏CPI、GDP、PMI、独IFO景況感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構造的課題：各国の財政政策が統一されていない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ユーロ圏周縁国の国債スプレッド拡大がリスク要因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EUR/USDは世界で最も取引されるペア ── 流動性最高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日本（JPY）── 安全通貨と超低金利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長期にわたるデフレ・超低金利政策の歴史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BOJ（日本銀行）のイールドカーブコントロール（YCC）政策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安全通貨 ── リスクオフ時に買われやすい（円高）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キャリートレード ── 低金利の円を売って高金利通貨を買う取引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円安が過度に進行すると為替介入のリスク（財務省/BOJ）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日米金利差がUSD/JPYの最大のドライバー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英国（GBP）── 高ボラティリティ通貨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BOE（イングランド銀行）が金融政策を決定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GBPはメジャー通貨の中で最もボラティリティが高い傾向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Brexit以降、EU離脱の長期的影響が続く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主要指標：UK CPI、GDP、PMI、雇用統計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ロンドン市場 ＝ 世界最大のFX市場 → ロンドンオープン時に活発化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GBP/JPYは「殺人通貨」と呼ばれるほど値動きが激しい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オーストラリア（AUD）・カナダ（CAD）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AUD（豪ドル）── 資源国通貨、鉄鉱石・石炭が主要輸出品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中国経済との強い連動性（中国が最大の貿易相手国）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RBA（豪州準備銀行）の政策金利に注目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リスクオン環境で買われやすい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CAD（加ドル）── 原油（WTI）価格との強い正相関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米国との緊密な経済関係（最大の貿易相手国）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BOC（カナダ銀行）はFRBの政策に追随する傾向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スイス（CHF）・ニュージーランド（NZD）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CHF（スイスフラン）── 伝統的な安全通貨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SNB（スイス国立銀行）は過度なフラン高を嫌い、介入の歴史あり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2015年のスイスフランショック（EUR/CHFフロア撤廃）は記憶に残るイベント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NZD（NZドル）── 乳製品輸出が経済の柱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GDT（Global Dairy Trade）オークション結果がNZDに影響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RBNZ（NZ準備銀行）── 主要国で比較的早い政策変更が特徴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AUDと高い正相関 → AUD/NZDは両国の相対力を示す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USD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基軸通貨、FRB政策と米国債利回りが鍵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多国間通貨、ECB政策と南北格差に注目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JPY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安全通貨、低金利、キャリートレードと介入リスク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GBP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高ボラ、ロンドン市場、Brexit影響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AUD/CAD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資源国通貨、コモディティ価格に連動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CHF/NZD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安全通貨/農業輸出国、中央銀行介入に注意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各国経済プロファイル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COTレポートとポジション分析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