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ローソク足パターン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Candlestick Patterns ── 値動きの言語を読む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ローソク足の基本構造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ローソク足は4つの価格データで構成：始値・高値・安値・終値（OHLC）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陽線（Bullish）── 終値 ＞ 始値（買い優勢で終了）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陰線（Bearish）── 終値 ＜ 始値（売り優勢で終了）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実体（Body）── 始値と終値の間の太い部分 ＝ 売買の決着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ヒゲ（Shadow/Wick）── 高値/安値への一時的な伸び ＝ 拒否された価格帯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実体の大きさとヒゲの長さの比率が市場心理を表現する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POINT：ローソク足1本1本が「買い手と売り手の戦いの結果」を表している。実体は決着、ヒゲは拒否を意味する。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ローソク足パターン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単体パターン ── 1本のローソク足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同時線（Doji）── 始値 ≒ 終値。迷い、トレンド転換の可能性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ハンマー（Hammer）── 下ヒゲが長い陽線/小陰線。下落トレンド終了のシグナル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シューティングスター（Shooting Star）── 上ヒゲが長い。上昇トレンド終了のシグナル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大陽線（Marubozu Bullish）── ヒゲがほぼなく実体が長い ＝ 強い買い圧力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大陰線（Marubozu Bearish）── ヒゲがほぼなく実体が長い ＝ 強い売り圧力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コマ（Spinning Top）── 実体が小さくヒゲが両側に ＝ 方向感のない膠着状態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ローソク足パターン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反転パターン（強気）── 下落からの転換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モーニングスター（Morning Star）── 3本構成：大陰線→小実体→大陽線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強気エンゴルフィング（Bullish Engulfing）── 陰線を次の陽線が完全に包み込む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三兵（Three White Soldiers）── 3本連続の大陽線。強い上昇モメンタム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ピアシングライン（Piercing Line）── 陰線の後、陽線が50%以上まで回復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ツイーザーボトム（Tweezer Bottom）── 2本が同じ安値で反転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これらは下落トレンドの底、またはサポート付近で出現すると信頼性が高い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ローソク足パターン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反転パターン（弱気）── 上昇からの転換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イブニングスター（Evening Star）── 3本構成：大陽線→小実体→大陰線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弱気エンゴルフィング（Bearish Engulfing）── 陽線を次の陰線が完全に包み込む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三羽烏（Three Black Crows）── 3本連続の大陰線。強い下落モメンタム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ダーククラウドカバー（Dark Cloud Cover）── 陽線の後、陰線が50%以上まで下落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ツイーザートップ（Tweezer Top）── 2本が同じ高値で反転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上昇トレンドの天井、またはレジスタンス付近で出現すると信頼性が高い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ローソク足パターン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継続パターン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上げ三法（Rising Three Methods）── 大陽線の後に3本の小陰線、再び大陽線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下げ三法（Falling Three Methods）── 大陰線の後に3本の小陽線、再び大陰線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窓（Gap / Window）── 前のローソク足と次のローソク足の間に空白が生じる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上昇途中の窓 ＝ 強い買い意欲のサイン（サポートとして機能しやすい）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下落途中の窓 ＝ 強い売り意欲のサイン（レジスタンスとして機能しやすい）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「窓埋め」── 空いた窓は後から埋められる傾向がある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ローソク足パターン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ローソク足パターンの実践的活用法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コンテキストが最重要 ── 同じパターンでもトレンドやS/Rの位置で意味が変わる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確認（Confirmation）を待つ ── パターン出現後、次の足で方向を確認してからエントリー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S/Rとの組み合わせ ── サポートでの強気パターン、レジスタンスでの弱気パターンは信頼度が高い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時間軸が大きいほど信頼性が高い ── 日足 ＞ 4時間足 ＞ 1時間足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単独での使用は避ける ── 他のテクニカル分析との複合で判断する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パターンは「確率」── 100%正確なパターンは存在しない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POINT：ローソク足パターンは「状況判断のツール」であり「エントリーシグナル」ではない。必ずコンテキスト（トレンド・S/R・出来高）と組み合わせる。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ローソク足パターン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基本構造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OHLC、実体＝決着、ヒゲ＝拒否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単体パターン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Doji, Hammer, Shooting Star, Marubozu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強気反転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Morning Star, Bullish Engulfing, Three White Soldiers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弱気反転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Evening Star, Bearish Engulfing, Three Black Crows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継続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三法、窓（ギャップ）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実践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593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コンテキスト最重要、確認を待つ、S/Rと組み合わせ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ローソク足パターン    |    URIKAI Trading Academy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サポート&amp;レジスタンス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