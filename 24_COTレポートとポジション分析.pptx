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COTレポートとポジション分析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COT Report ── 大口投機家のポジションを読む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COTレポートとは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Commitment of Traders Report ── 米CFTC（商品先物取引委員会）が毎週公表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シカゴ先物市場（CME）の通貨先物ポジションデータ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発表：毎週金曜日（データは前週火曜日時点）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3つのカテゴリーのポジションが開示される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FX市場全体のセンチメントを把握するための重要ツール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無料で利用可能（CFTC公式サイト）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COTレポートとポジション分析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COTレポートの3つのカテゴリー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①Commercials（実需筋）── 企業のヘッジ目的。トレンドに逆行する傾向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②Non-Commercials / Large Speculators（大口投機家）── ヘッジファンド等。トレンドフォロー型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③Non-Reportable / Small Speculators（小口投機家）── 個人トレーダー。しばしば誤った方向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トレーダーが最も注目すべき：Large Speculators（大口投機家）のネットポジション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ネットロング ＝ 強気、ネットショート ＝ 弱気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ポジションの「変化」（前週比の増減）が特に重要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POINT：大口投機家のポジション変化はトレンドの方向性を示唆する。ただし、ポジションが極端に偏った場合は反転のシグナルにもなる。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COTレポートとポジション分析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COTデータの読み方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ネットポジション ＝ ロング - ショート → 正 ＝ 強気、負 ＝ 弱気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ネットポジションのトレンド方向 → 通貨の中期的方向性を示唆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週次の変化量 → ポジションの増加/減少がモメンタムを示す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過去の極値との比較 → 歴史的に極端なポジションは反転を示唆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Open Interest（未決済建玉）→ 増加 ＝ 新規参入、減少 ＝ ポジション解消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可視化ツール：Quandl、TradingView（COTインジケーター）、barchart.com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COTレポートとポジション分析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極端なポジションと逆張りシグナル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大口投機家のポジションが歴史的極値に達した場合 → 反転リスク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例：EUR先物のネットロングが過去最高 → EUR反落の可能性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理由：全員が買い終わると、これ以上の買い手がいなくなる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Commercials（実需筋）が大量にポジションを取る方向が正しい傾向がある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COTの極値 ＋ テクニカルの反転パターン ＝ 高確率の逆張りセットアップ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ただし、タイミングの特定は困難 → 確認シグナルを待つ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COTレポートとポジション分析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COTレポートの限界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データは週次（火曜日時点） → 最大5日間の遅延がある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先物市場のデータのみ → スポットFX市場を完全には反映しない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大口投機家のカテゴリーには異なる戦略のファンドが混在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短期トレードのシグナルとしては遅すぎる → 中期的な方向性把握に適する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単独での使用は不十分 → テクニカル分析と組み合わせて使用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COTレポートとポジション分析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CFTCが毎週公表する通貨先物ポジションデータ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注目カテゴリー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Large Speculators（大口投機家）のネットポジション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読み方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ネット値の方向、変化量、極値との比較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逆張り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極端なポジションは反転を示唆する可能性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限界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週次遅延、先物のみ、中期方向性の参考に限定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COTレポートとポジション分析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センチメント分析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