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A537"/>
                </a:solidFill>
                <a:latin typeface="Meiryo UI"/>
              </a:defRPr>
            </a:pPr>
            <a:r>
              <a:t>SECTION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eiryo UI"/>
              </a:defRPr>
            </a:pPr>
            <a:r>
              <a:t>リスクリワード比と期待値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Risk-Reward Ratio &amp; Expectancy ── トレードの数学的優位性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84632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リスクリワード比（RRR）とは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RRR ＝ 利益目標（TP） ÷ 損失許容（SL）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例：SL 20pips、TP 60pips → RRR ＝ 1:3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RRR 1:2以上を基本とするトレーダーが多い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RRRが高いほど、低い勝率でも利益が出る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エントリー前にRRRを計算し、基準に満たなければ見送る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RRRは「トレードに参加する価値があるか」の判断基準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リスクリワード比と期待値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勝率とRRRの収益シミュレーション（100トレード、1回1万円リスク）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勝率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RRR 1:1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RRR 1:2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RRR 1:3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-40万円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-10万円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+20万円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-20万円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+20万円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+60万円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±0万円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+50万円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+100万円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+20万円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+80万円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+140万円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リスクリワード比と期待値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期待値（Expectancy）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期待値 ＝（勝率 × 平均利益）−（負率 × 平均損失）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例：勝率40%、平均利益3万円、平均損失1万円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期待値 ＝（0.40 × 30,000）−（0.60 × 10,000）＝ +6,000円/トレード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期待値がプラス ＝ 長期的に利益が出る戦略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期待値がマイナス ＝ 続けるほど損失が膨らむ戦略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最低でも100トレード以上のデータで期待値を計算すること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54864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4937760"/>
            <a:ext cx="10460736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defRPr sz="1400">
                <a:solidFill>
                  <a:srgbClr val="2C3E50"/>
                </a:solidFill>
                <a:latin typeface="Meiryo UI"/>
              </a:defRPr>
            </a:pPr>
            <a:r>
              <a:t>POINT：勝率だけでは戦略の良し悪しは判断できない。勝率30%でもRRR 1:3なら十分に利益が出る。期待値で判断する。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リスクリワード比と期待値    |    URIKAI Trading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期待値の改善方法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勝率を上げる ── エントリーの質を高める（コンフルエンス、確認待ち）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平均利益を上げる ── 利益を伸ばす（トレーリングストップ、部分決済）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平均損失を下げる ── SLを適正化する（広すぎず狭すぎず）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RRR基準を設ける ── 1:2未満のトレードは見送る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トレードジャーナルで定期的に期待値を計算・監視する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期待値がマイナスになったら戦略の見直しが必要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リスクリワード比と期待値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まとめ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RRR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21615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利益目標÷損失許容、1:2以上が基準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勝率との関係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76479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RRRが高ければ低い勝率でも利益が出る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期待値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1343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（勝率×平均利益）−（負率×平均損失）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4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判断基準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6207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期待値プラス＝継続、マイナス＝見直し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改善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41071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エントリーの質、利益の伸ばし、損失の適正化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リスクリワード比と期待値    |    URIKAI Trading Academy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537"/>
                </a:solidFill>
                <a:latin typeface="Meiryo UI"/>
              </a:defRPr>
            </a:pPr>
            <a:r>
              <a:t>End of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Next → ストップロスとテイクプロフィット戦略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57200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