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通貨ペアの基礎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FX取引の基本単位を理解する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通貨ペアとは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FXは常に2つの通貨を交換する取引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EUR/USD → ユーロ（基軸通貨）÷ ドル（決済通貨）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基軸通貨（Base Currency）＝ 買う/売る対象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決済通貨（Quote Currency）＝ 価格の単位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EUR/USD = 1.0800 → 1ユーロを買うのに1.0800ドル必要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「EUR/USDを買う」＝ ユーロを買ってドルを売る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POINT：通貨ペアは2つの国（経済圏）の相対的な強さを表す。片方が強くなれば、もう片方は相対的に弱くなる。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通貨ペアの基礎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通貨ペアの分類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分類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代表的なペア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メジャーペア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EUR/USD, USD/JPY, GBP/USD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流動性最高、スプレッド最狭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クロス円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EUR/JPY, GBP/JPY, AUD/JPY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日本人に人気、ボラティリティあり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マイナーペア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EUR/GBP, AUD/NZD, EUR/CHF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流動性やや低い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エキゾチックペア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USD/TRY, USD/ZAR, USD/MXN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スプレッド広い、高スワップ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通貨ペアの基礎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主要通貨の特徴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USD（米ドル）── 世界の基軸通貨、全取引の88%に関与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EUR（ユーロ）── 第2の準備通貨、ユーロ圏20カ国の統一通貨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JPY（日本円）── 安全通貨、リスクオフ時に買われやすい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GBP（英ポンド）── ボラティリティが高い、ロンドン市場と連動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AUD（豪ドル）── 資源国通貨、リスクオン時に買われやすい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CHF（スイスフラン）── 安全通貨、SNBの介入に注意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通貨ペアの基礎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Pips（ピップス）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Pip ＝ 通貨ペアの最小価格変動単位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多くのペア：小数点以下4桁目の1の変動 = 1 pip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例：EUR/USD 1.0800 → 1.0801 ＝ 1 pip 上昇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JPYペアのみ：小数点以下2桁目の1の変動 = 1 pip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例：USD/JPY 150.00 → 150.01 ＝ 1 pip 上昇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Pipette（ピペット）= 0.1 pip（小数点以下5桁目 / 3桁目）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POINT：Pipはトレーダーの共通言語。利益・損失・スプレッドすべてPipで計測する。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通貨ペアの基礎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ロットサイズ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スタンダードロット（1.0 lot）＝ 100,000通貨 → 1 pip ≈ $10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ミニロット（0.1 lot）＝ 10,000通貨 → 1 pip ≈ $1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マイクロロット（0.01 lot）＝ 1,000通貨 → 1 pip ≈ $0.10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ロットサイズが大きいほど、1 pipあたりの損益が大きくなる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自分の資金量とリスク許容度に合ったロットサイズを選ぶこと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リスク管理の第一歩はロットサイズの適正化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通貨ペアの基礎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Bid / Ask とスプレッド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Bid（売値）＝ トレーダーが売ることができる価格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Ask（買値）＝ トレーダーが買うことができる価格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スプレッド ＝ Ask - Bid ＝ 取引ごとに発生するコスト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例：EUR/USD Bid 1.0800 / Ask 1.0802 → スプレッド 0.2 pips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流動性が高い時間帯 → スプレッド縮小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重要指標発表時・低流動性時 → スプレッド拡大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POINT：スプレッドは実質的な取引手数料。スキャルピングやデイトレードではスプレッドコストが収益に直結する。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通貨ペアの基礎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通貨ペア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基軸通貨/決済通貨の組み合わせ、2国間の相対評価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分類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メジャー・クロス円・マイナー・エキゾチック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Pip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最小価格変動単位、利益/損失の計測単位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ロット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取引量の単位、リスク管理の基本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スプレッド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Bid-Ask差、実質的な取引コスト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通貨ペアの基礎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市場の仕組み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