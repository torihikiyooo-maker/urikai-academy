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ボリュームプロファイル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Volume Profile ── 価格帯別の出来高分析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ボリュームプロファイルとは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価格帯ごとの出来高分布を水平方向に表示する分析手法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従来の出来高 ── 時間軸ベース（縦の棒グラフ）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ボリュームプロファイル ── 価格軸ベース（横のヒストグラム）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「どの価格帯で最も多く取引されたか」が一目で分かる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機関投資家が重視する「公正価値」の推定に使われる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マーケットプロファイル（TPOチャート）の発展形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ボリュームプロファイル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主要コンポーネント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POC（Point of Control）── 最も出来高が多い価格帯 ＝ 公正価値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Value Area（バリューエリア）── 全出来高の70%が集中する価格帯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VAH（Value Area High）── バリューエリアの上限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VAL（Value Area Low）── バリューエリアの下限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HVN（High Volume Node）── 出来高が多い価格帯 ＝ サポート/レジスタンス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LVN（Low Volume Node）── 出来高が少ない価格帯 ＝ 価格が素通りしやすい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POINT：POCは「市場参加者の合意価格」。価格はPOCに引き寄せられる傾向がある。VAH/VALはS/Rとして機能する。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ボリュームプロファイル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マーケットプロファイル（TPOチャート）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TPO（Time Price Opportunity）── 各30分間に取引された価格をアルファベットで表示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イニシャルバランス（IB）── 取引開始後の最初の1時間のレンジ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IBの突破方向がその日のトレンドの手がかりになる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プロファイル形状による市場判断：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正規分布型 ＝ バランスの取れたレンジ相場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P型 / b型 ＝ トレンド後の蓄積/分配を示唆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D型（ダブルディストリビューション）＝ 2つの価値帯が形成されている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ボリュームプロファイル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ボリュームプロファイルのトレード戦略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POCマグネット効果 ── 価格がPOCから乖離すると戻る傾向を利用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VA内トレード ── VAH/VALでの反発を狙うレンジ戦略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VA外ブレイクアウト ── VAH/VALを突破した場合のトレンドフォロー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LVN通過 ── LVNゾーンでは値動きが速い → ここではエントリーを避ける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HVN ＝ S/R ── 出来高が集中した価格帯はS/Rとして機能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複合プロファイル ── 複数日のプロファイルを重ねて長期の価値帯を確認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ボリュームプロファイル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ネイキッドPOCと実践的な活用法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ネイキッドPOC ── 過去のセッションのPOCでまだ「テストされていない」もの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価格はネイキッドPOCに引き寄せられる傾向がある → 将来のターゲット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デベロッピングプロファイル ── リアルタイムで形成中のプロファイル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フィックスドプロファイル ── 任意の期間で固定したプロファイル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対応ツール：TradingView（有料）、Sierra Chart、ATAS、Bookmap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FX市場ではティックボリュームで代用（正確性はやや劣る）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ボリュームプロファイル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価格帯別の出来高分布を分析する手法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最大出来高価格 ＝ 公正価値、マグネット効果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Value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出来高70%集中帯、VAH/VALがS/Rとして機能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HVN / LVN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出来高多い＝S/R、出来高少ない＝素通りゾーン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戦略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VA内レンジ取引、VA外ブレイクアウト、ネイキッドPOC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ボリュームプロファイル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インターマーケット分析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