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センチメント分析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Sentiment Analysis ── 市場心理を数値で捉える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センチメント分析とは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市場参加者の全体的な心理状態（強気/弱気）を把握する分析手法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テクニカル ＝ 「何が起きているか」、ファンダ ＝ 「なぜ起きるか」、センチメント ＝ 「みんなはどう思っているか」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多数派の心理と逆のポジションを取る「逆張り」アプローチの基盤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センチメントが極端に偏ると → 反転の可能性が高まる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テクニカルとファンダメンタルズの「第三の分析軸」として機能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センチメント分析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リテールセンチメント指標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ブローカー提供データ ── 各ブローカーの顧客ポジション比率（%ロング/ショート）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IG Client Sentiment ── IG証券が公開する顧客ポジションデータ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Myfxbook Community Outlook ── Myfxbook接続者の集計データ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リテール（個人）トレーダーは極端な局面で間違いやすい傾向がある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個人の80%がロング → 下落する確率が高い（逆張りシグナル）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ただし、トレンド中は多数派が正しいこともある → 極値でのみ逆張り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POINT：リテールセンチメントは「逆指標」として最も有効。個人の大多数がロングの場合、ショートを検討する価値がある。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センチメント分析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VIX（恐怖指数）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VIX ＝ S&amp;P500のオプション価格から算出される予想ボラティリティ指数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「恐怖指数」とも呼ばれ、市場の不安度を数値化する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VIX 10-15 ＝ 市場は安定（リスクオン環境）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VIX 20-30 ＝ 不安増大（警戒モード）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VIX 30以上 ＝ 恐怖状態（リスクオフ環境、安全通貨買い）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VIXの急上昇 ＝ JPY、CHF、金が買われやすい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センチメント分析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リスクオン / リスクオフ フレームワーク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リスクオン ── 経済見通しが良好、投資家がリスクを取る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リスクオンで買われる：株式、AUD、NZD、新興国通貨、暗号資産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リスクオンで売られる：JPY、CHF、金、米国債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リスクオフ ── 不確実性増大、投資家が安全を求める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リスクオフで買われる：JPY、CHF、USD、金、米国債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リスクオフで売られる：株式、AUD、NZD、新興国通貨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センチメント分析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クレジットスプレッドと債券センチメント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クレジットスプレッド ＝ 社債利回り - 国債利回り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スプレッド拡大 ＝ 企業の信用リスク懸念増大 ＝ リスクオフ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スプレッド縮小 ＝ 信用リスク低下 ＝ リスクオン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ハイイールド債スプレッドは市場全体のリスクセンチメントの先行指標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債券市場は株式市場より「正しい」ことが多いとされる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金利差（各国の国債利回り差）もFXのセンチメント指標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センチメント分析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センチメント分析の統合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単一の指標に依存せず、複数のセンチメント指標を組み合わせる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COT（大口投機家）＋ リテールセンチメント ＋ VIX の3点セット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テクニカル分析の方向 ＋ センチメントの方向が一致 ＝ 高確信トレード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センチメントが極端なのにテクニカルが反転パターン ＝ 最高の逆張り機会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日々のルーティンにセンチメントチェックを組み込む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「今市場参加者は何を恐れ、何に期待しているか」を常に問う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センチメント分析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市場心理の偏りを数値で捉える第三の分析軸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リテール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個人ポジションの極値は逆張りシグナル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VIX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恐怖指数、リスクオン/オフ環境の判断に使用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リスクオン/オフ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環境により買われる資産が変わるフレームワーク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統合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COT＋リテール＋VIXを組み合わせ、テクニカルと併用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センチメント分析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ポジションサイジング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