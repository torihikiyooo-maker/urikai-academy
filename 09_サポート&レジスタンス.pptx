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4A537"/>
                </a:solidFill>
                <a:latin typeface="Meiryo UI"/>
              </a:defRPr>
            </a:pPr>
            <a:r>
              <a:t>SECTION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eiryo UI"/>
              </a:defRPr>
            </a:pPr>
            <a:r>
              <a:t>サポート&amp;レジスタンス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EB6BF"/>
                </a:solidFill>
                <a:latin typeface="Meiryo UI"/>
              </a:defRPr>
            </a:pPr>
            <a:r>
              <a:t>Support &amp; Resistance ── 価格の壁を見極める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846320"/>
            <a:ext cx="2103120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6BF"/>
                </a:solidFill>
                <a:latin typeface="Meiryo UI"/>
              </a:defRPr>
            </a:pPr>
            <a:r>
              <a:t>URIKAI Trading Academy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サポートとレジスタンスの定義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サポート（支持線）── 価格の下落を食い止める価格帯。買い注文が集中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レジスタンス（抵抗線）── 価格の上昇を阻む価格帯。売り注文が集中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「線」ではなく「ゾーン」として捉えることが重要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過去に何度も反発した価格帯ほど強いS/Rとなる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S/Rは需要と供給のバランスが変化するポイント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すべてのテクニカル分析の土台となる最重要概念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937760"/>
            <a:ext cx="54864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4937760"/>
            <a:ext cx="10460736" cy="10058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ctr">
              <a:defRPr sz="1400">
                <a:solidFill>
                  <a:srgbClr val="2C3E50"/>
                </a:solidFill>
                <a:latin typeface="Meiryo UI"/>
              </a:defRPr>
            </a:pPr>
            <a:r>
              <a:t>POINT：S/Rは「ピンポイントの線」ではなく「一定の幅を持つゾーン」として認識する。ピップ単位の精度を求めると誤判断につながる。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サポート&amp;レジスタンス    |    URIKAI Trading Academy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水平サポート&amp;レジスタンスの識別方法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過去の高値・安値が最もシンプルなS/R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複数回タッチされた価格帯 ── タッチ回数が多いほど重要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出来高が集中した価格帯 ＝ 多くの取引が行われた「記憶」が残る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ラウンドナンバー（1.0000, 150.00等）＝ 心理的S/R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直近の高値/安値 ＝ 短期的なS/Rとして機能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日足・週足レベルのS/Rは1時間足のS/Rより格段に強い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サポート&amp;レジスタンス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トレンドラインとチャネル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上昇トレンドライン ── 安値と安値を結ぶ右肩上がりの線（サポート）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下降トレンドライン ── 高値と高値を結ぶ右肩下がりの線（レジスタンス）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有効なトレンドラインは最低2点のタッチ、3点以上で信頼性向上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チャネル ── トレンドラインと平行線の間の価格帯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上昇チャネル：安値のサポートライン ＋ 高値のレジスタンスライン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チャネルブレイクはトレンド転換または加速のシグナル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サポート&amp;レジスタンス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ダイナミックS/R（移動平均線）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移動平均線は「動くS/R」として機能する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20EMA ── 短期トレンドのダイナミックS/R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50SMA/EMA ── 中期のダイナミックS/R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200SMA/EMA ── 最も注目される長期S/R（機関投資家も重視）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上昇トレンドでは移動平均線がサポート、下降トレンドではレジスタンス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複数の移動平均線が集中する価格帯 ＝ 非常に強いS/R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サポート&amp;レジスタンス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ロールリバーサル（S/Rの転換）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ロールリバーサル ── サポートが破られるとレジスタンスに変わる（逆も同様）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例：サポートを下方ブレイク → 戻りでそのラインがレジスタンスとして機能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「支持が崩れた場所には売り手がいる」という市場心理が背景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ブレイク後の最初の戻り（リテスト）は高確率のエントリーポイント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リテスト時にローソク足パターンで反転確認するとさらに精度向上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ロールリバーサルはすべてのS/Rで起こりうる汎用的な概念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937760"/>
            <a:ext cx="54864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4937760"/>
            <a:ext cx="10460736" cy="10058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ctr">
              <a:defRPr sz="1400">
                <a:solidFill>
                  <a:srgbClr val="2C3E50"/>
                </a:solidFill>
                <a:latin typeface="Meiryo UI"/>
              </a:defRPr>
            </a:pPr>
            <a:r>
              <a:t>POINT：ブレイク → リテスト → 反転確認 のセットは、最も信頼性の高いエントリーパターンの一つ。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サポート&amp;レジスタンス    |    URIKAI Trading Academy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実践的な活用のポイント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上位時間軸のS/Rほど強い ── 週足 ＞ 日足 ＞ 4時間足 ＞ 1時間足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S/Rは「ゾーン」── 数pipsの余裕を持って設定する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S/Rでの反応を確認してからエントリー（飛び込みは避ける）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S/Rを引きすぎない ── 重要なレベルを3〜5本に絞る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「新鮮な」S/R（まだテストされていない）は反応が強い傾向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S/Rはエントリーだけでなく、SL/TPの設置場所としても重要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サポート&amp;レジスタンス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まとめ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定義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21615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買い/売り注文が集中する価格ゾーン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水平S/R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76479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過去の高値/安値、ラウンドナンバー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トレンドライン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31343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安値/高値を結ぶ斜めのS/R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3464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ダイナミックS/R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6207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移動平均線が動くS/Rとして機能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ロールリバーサル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41071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サポート⇔レジスタンスの転換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93192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実践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95935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上位TF優先、ゾーンで捉える、反応確認後にエントリー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サポート&amp;レジスタンス    |    URIKAI Trading Academy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537"/>
                </a:solidFill>
                <a:latin typeface="Meiryo UI"/>
              </a:defRPr>
            </a:pPr>
            <a:r>
              <a:t>End of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EB6BF"/>
                </a:solidFill>
                <a:latin typeface="Meiryo UI"/>
              </a:defRPr>
            </a:pPr>
            <a:r>
              <a:t>Next → テクニカルインジケーター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4572000"/>
            <a:ext cx="2103120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6BF"/>
                </a:solidFill>
                <a:latin typeface="Meiryo UI"/>
              </a:defRPr>
            </a:pPr>
            <a:r>
              <a:t>URIKAI Trading Academy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