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フィボナッチ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Fibonacci ── 自然界の比率を相場分析に応用する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フィボナッチ数列と比率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フィボナッチ数列：0, 1, 1, 2, 3, 5, 8, 13, 21, 34, 55, 89, 144...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各数を次の数で割ると → 0.618（黄金比）に収束する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トレードで使う主要比率：23.6%、38.2%、50%、61.8%、78.6%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エクステンション比率：127.2%、161.8%、200%、261.8%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市場参加者がこれらのレベルを意識するため、S/Rとして機能しやすい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「自己成就的予言」の側面 ── 多くの人が使うほど効果的になる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フィボナッチ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フィボナッチリトレースメント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トレンドの始点と終点を結び、調整（押し目/戻り）の深さを測定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上昇トレンド：安値（始点）→ 高値（終点）に描画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下降トレンド：高値（始点）→ 安値（終点）に描画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主要リトレースメントレベル：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  38.2% ── 浅い押し（強いトレンドで多い）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  50.0% ── 中間の押し（最も一般的）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  61.8% ── 深い押し（トレンド転換リスクも考慮）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POINT：61.8%（黄金比）は最も注目されるレベル。ここで反転すればトレンド継続、ここを超えるとトレンド転換の可能性が高まる。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フィボナッチ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フィボナッチエクステンション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トレンドの目標価格（利確ポイント）を推定するツール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主要エクステンションレベル：127.2%、161.8%、200%、261.8%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リトレースメントからの反転後、次のターゲットとして使用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例：上昇→38.2%押し→反転上昇 → 127.2%がTP1、161.8%がTP2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エリオット波動の第3波や第5波のターゲット推定にも使用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S/Rと一致するエクステンションレベルは信頼性が高い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フィボナッチ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フィボナッチと他のツールの組み合わせ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フィボナッチ ＋ S/R ── フィボレベルとS/Rが重なる価格帯は最強のゾーン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フィボナッチ ＋ トレンドライン ── 両方が一致するポイントでの反転確率が高い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フィボナッチ ＋ チャートパターン ── パターン内でのフィボレベルを確認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フィボナッチ ＋ ローソク足 ── フィボレベルでの反転ローソク足パターンをトリガーに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フィボナッチ ＋ 移動平均線 ── フィボレベルとMAの交差ポイント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複数の根拠が重なるレベル ＝ コンフルエンス（合流）→ 高信頼度のトレード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POINT：フィボナッチ単独ではなく、他の分析ツールとの「コンフルエンス（合流）」を狙うことで精度が大幅に向上する。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フィボナッチ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SL/TPの設定とフィボナッチ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SLの設定：リトレースメントの次のレベルの少し外側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例：61.8%で買いエントリー → SLは78.6%の少し下に設定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TPの設定：エクステンションレベルを段階的に使用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例：TP1 ＝ 直近高値、TP2 ＝ 127.2%、TP3 ＝ 161.8%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リスクリワード比を事前に計算してからエントリーを判断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フィボレベル間の距離がRR計算の基盤になる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フィボナッチ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基本比率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23.6%, 38.2%, 50%, 61.8%, 78.6%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リトレースメント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押し目/戻りの深さを測定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エクステンション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利確ターゲットの推定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コンフルエンス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S/R、MA、パターンとの合流で信頼性向上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SL/TP活用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フィボレベル間の距離でRR計算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フィボナッチ    |    URIKAI Trading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マルチタイムフレーム分析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