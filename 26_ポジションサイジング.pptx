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ポジションサイジング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Position Sizing ── 1トレードあたりのリスク量を制御する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なぜポジションサイジングが最重要なのか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エントリー手法より資金管理のほうが長期的な成績に影響する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同じ手法でもロットサイズが適切でなければ破綻する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プロトレーダーの共通点：ポジションサイズを厳密に管理している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良いトレードでも大きすぎるサイズなら破壊的な結果を招く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ポジションサイジングは「生存」のための技術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POINT：ポジションサイジングはトレードで唯一「完全にコントロールできる」変数。エントリーやイグジットは市場次第だが、サイズは自分で決められる。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1-2%ルール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1トレードあたりのリスクを口座資金の1〜2%に限定する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例：100万円口座 → 1トレードの最大損失額 ＝ 1〜2万円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連続10回負けても口座の10〜20%の損失に留まる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資金が増えたらリスク額も比例して増加（複利効果）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資金が減ったらリスク額も減少（ドローダウン時の防御）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初心者は1%、慣れてきたら条件次第で2%まで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ポジションサイズの計算式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ポジションサイズ ＝（口座残高 × リスク%）÷（SL幅pips × 1pipあたりの金額）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例：口座100万円、リスク1%、SL ＝ 30pips、1pip ＝ 1,000円（0.1lot）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計算：(1,000,000 × 0.01) ÷ (30 × 1,000) = 0.33 → 0.03 lot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SLが広い → ロットが小さくなる（自動調整）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SLが狭い → ロットが大きくなる（ただし上限を設ける）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この計算を毎トレード行うこと。感覚でロットを決めない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POINT：SL幅が先、ロットが後。先にストップロスの位置をテクニカルで決め、そこからロットを逆算する。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ポジションサイズの計算例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口座残高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リスク%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SL幅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1pipの価値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ポジションサイズ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20 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1,000円/0.1lot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0.25 lot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50 pips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1,000円/0.1lot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0.10 lot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100万円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30 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1,000円/0.1lot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0.67 lot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100万円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30 pips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1,000円/0.1lot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0.33 lot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30万円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40 pips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1,000円/0.1lot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0.075 lot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スケールイン / スケールアウト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スケールイン ── ポジションを分割して段階的に構築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例：総ロットの1/3ずつ、3回に分けてエントリー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メリット：平均エントリー価格の改善、リスク分散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スケールアウト ── ポジションを分割して段階的に決済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例：TP1で1/2決済、残りをトレーリング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メリット：確実に利益を確保しつつ、利益を伸ばす余地を残す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重要性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長期成績を左右する最重要の資金管理技術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1-2%ルール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1トレードのリスクを口座の1-2%に制限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計算式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（残高×リスク%）÷（SL×pip価値）＝ ロット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SL幅が先、ロットが後。毎回計算する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スケール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分割エントリー/決済でリスク分散と利益最大化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ポジションサイジング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リスクリワード比と期待値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