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感情管理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Emotional Management ── トレードの最大の敵は自分自身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トレーダーを破壊する4つの感情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恐怖（Fear）── エントリーできない、利確が早すぎる、SL直前で決済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欲望（Greed）── ロット過大、利確しない、低RRRトレード乱発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希望（Hope）── 負けトレードを放置、SLを外す、「戻るはず」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後悔（Regret）── 見送ったトレードを追いかける、過去の判断を引きずる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これらの感情は生存本能に基づくもの ── トレードでは逆に作用する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感情をゼロにすることは不可能 ── 管理する技術が必要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感情管理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FOMO（Fear of Missing Out）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FOMOとは ── 「乗り遅れたくない」という焦りの感情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発生場面：大きな値動きを見て飛び乗りたくなる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結果：不利な価格でエントリー、計画外のトレード、高値掴み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対策①：すべてのトレード機会を取る必要はないと理解する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対策②：エントリー条件を事前にリスト化し、合致しなければ見送る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対策③：「逃した魚は大きい」＝ 認知の歪み。次の機会は必ず来る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感情管理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リベンジトレード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リベンジトレード ＝ 損失を「取り返す」ために行う衝動的なトレード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特徴：ロット増大、分析不足、計画外のエントリー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心理的メカニズム：損失の痛み → 怒り → 衝動的な行動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結果：さらなる損失 → さらなるリベンジ → 口座崩壊の悪循環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対策①：損切り後は最低15〜30分間チャートを見ない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対策②：日次損失上限に達したらPCを閉じる（物理的に離れる）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対策③：「1回のトレードで全てを取り返す必要はない」と自分に言い聞かせる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POINT：リベンジトレードは最も口座を破壊する行為。「損切り＝間違い」ではなく「損切り＝計画通りのリスク管理」と再定義する。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感情管理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オーバートレード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オーバートレード ＝ 必要以上にトレード回数が増える状態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原因：退屈、興奮、利益を出したい焦り、市場への依存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兆候：セットアップ基準を無意識に下げている、「何かないか」と探している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対策①：1日のトレード回数上限を設ける（例：最大3トレード）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対策②：チェックリストを作り、全条件合致のみエントリー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対策③：「トレードしない」ことも立派な戦略だと認識する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感情管理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感情管理のテクニック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トレード前のルーティン ── 深呼吸、チェックリスト確認、バイアス排除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トレード中 ── SL/TPを設定したら画面を離れる（監視しない）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トレード後 ── ジャーナルに感情の状態を記録する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物理的対策 ── 損失上限到達でアプリを閉じる、タイマーを設定する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長期的対策 ── 運動、睡眠、ストレス管理（トレード以外の生活の質）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プロの考え方 ── 「1トレードの結果は無意味、100トレードの結果が全て」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感情管理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4つの感情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恐怖・欲望・希望・後悔がトレーダーを破壊する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FOMO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乗り遅れの焦り → 計画外エントリーの原因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リベンジ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損失の取り返し → 口座崩壊の最大原因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オーバートレード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質の低いトレードの乱発 → 収益性の低下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ルーティン、チェックリスト、損失上限、ジャーナル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感情管理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認知バイアス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