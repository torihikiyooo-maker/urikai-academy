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オーダーフロー分析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Order Flow Analysis ── リアルタイムの売買圧力を読む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オーダーフローとは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市場で実際に発生している売買注文のリアルタイムデータ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従来のテクニカル分析 ── 過去の価格データを分析（遅延あり）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オーダーフロー分析 ── 今まさに起きている売買を直接観察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「誰が」「どの価格で」「どれだけ」売買しているかを可視化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機関投資家の行動をリアルタイムで推測するための最先端手法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主に先物市場・株式市場で使用（FXはティックデータで代用）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板情報（Depth of Market / DOM）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DOM ＝ 各価格レベルに存在する指値注文（買い・売り）の量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Bid側（買い注文）とAsk側（売り注文）のバランスを表示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大量の買い指値 ＝ 強力なサポートの存在を示唆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大量の売り指値 ＝ 強力なレジスタンスの存在を示唆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注意：見せ板（Spoofing）── 約定前にキャンセルされるダミー注文の存在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DOMは短期（スキャルピング・デイトレード）で特に有効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歩み値（Time &amp; Sales）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歩み値 ＝ 実際に約定した取引の時系列リスト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各約定の情報：時刻、価格、出来高、方向（Buy/Sell）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Bid価格で約定 ＝ 売り手がアグレッシブ（成行売り）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Ask価格で約定 ＝ 買い手がアグレッシブ（成行買い）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大口の成行注文を検知することで機関の動きを推測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テープリーディング ── 歩み値の流れから市場心理を読む技術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フットプリントチャートとデルタ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フットプリントチャート ── ローソク足の中身を売買量で可視化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各価格レベルのBid出来高（売り）とAsk出来高（買い）を表示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デルタ（Delta）＝ Ask出来高 - Bid出来高（買い圧力 - 売り圧力）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累積デルタ（Cumulative Delta）── デルタの累計でトレンドの健全性を判断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インバランス ── 売り/買いの極端な偏りが発生している価格帯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アブソープション ── 大量の注文が吸収されて価格が動かない状態（反転示唆）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POINT：価格が上昇しているのに累積デルタが下降 ＝ 買いの勢いが弱まっている（ダイバージェンス）。反転の早期警告として機能する。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アイスバーグ注文とスプーフィング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アイスバーグ注文 ── 大口注文を小分けにして板に表示する手法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板には少量しか見えないが、約定するたびに同量が補充される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目的：大量の注文を市場に気づかれずに執行する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スプーフィング ── 約定意図のない大量注文を板に置いて心理的圧力を与える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価格が動いた後にキャンセルされる ── 多くの国で違法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これらの存在により、板情報は「額面通り」に信用できない場合がある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オーダーフロー分析ツール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ツール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対応市場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Bookmap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ヒートマップ形式で板の厚みを可視化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先物、株式、暗号資産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Sierra Chart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高度なカスタマイズ、フットプリント対応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先物中心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ATAS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フットプリント、デルタ分析が充実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先物、株式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Jigsaw Trading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DOM分析特化、テープリーディング支援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先物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Quantower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多市場対応、ボリュームプロファイル統合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先物、株式、暗号資産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オーダーフロー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リアルタイムの売買データを直接分析する手法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DOM（板情報）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各価格の指値注文量、サポート/レジスタンスの実態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歩み値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実際の約定データ、アグレッシブな売買の検知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フットプリント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ローソク足の中身を売買量で分解、デルタ分析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スプーフィング・アイスバーグの存在、FXは制限あり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オーダーフロー分析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ボリュームプロファイル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