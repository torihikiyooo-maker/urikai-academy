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トレーディングプラン作成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Trading Plan ── 計画なきトレードはギャンブルと同じ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トレーディングプランとは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トレードに関する全ての意思決定ルールを文書化したもの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「何を、いつ、どのように取引するか」の設計図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プランがあることで感情的な判断を排除できる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プロのトレーダーは例外なくトレーディングプランを持っている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プランは固定ではなく、定期的に見直し・改善するもの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「プランに従ってトレードする」のがゴール ── 利益はその結果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トレーディングプラン作成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トレーディングプランの構成要素①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1. 市場の選択 ── どの市場・通貨ペアを取引するか（絞り込む）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2. 時間軸 ── 方向確認・セットアップ・エントリーの各時間軸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3. トレードスタイル ── スキャルピング/デイトレ/スイング/ポジション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4. トレード時間帯 ── 自分が参加するセッション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5. エントリー条件 ── 具体的な条件リスト（チェックリスト形式）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6. イグジット条件 ── SLの設定方法、TPの設定方法、トレーリングルール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トレーディングプラン作成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トレーディングプランの構成要素②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7. リスク管理ルール ── 1トレードのリスク%、日次上限、週次上限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8. ポジションサイジング ── 計算方法、最大ロット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9. トレード回数制限 ── 1日の最大トレード数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10. 禁止事項 ── リベンジトレード禁止、SL変更禁止等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11. レビュースケジュール ── 日次/週次/月次のレビュー方法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12. 緊急ルール ── ドローダウン時の対応、回線障害時の対応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トレーディングプラン作成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トレーディングプランの例（抜粋）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市場：EUR/USD、GBP/USD、USD/JPYの3ペアに限定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時間軸：日足（方向）→ 4時間足（セットアップ）→ 1時間足（エントリー）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エントリー：S/Rレベルでの反転確認（ローソク足パターン）＋ RRR 1:2以上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SL：直近スイングの外側 ＋ ATR × 0.5のバッファ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TP：TP1 ＝ 次のS/R（50%決済）、残りトレーリング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リスク：1トレード1%、日次上限3%、週次上限5%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トレーディングプラン作成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プランの運用と改善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プランは「書いて終わり」ではない ── 毎日参照する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トレード前にプランを読み返す習慣をつける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プラン通りに実行したかどうかをジャーナルに記録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月次レビューでプランの有効性を評価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一度に変更するのは1つだけ ── 複数同時変更は効果測定が不可能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少なくとも50トレード以上のデータでプランを評価する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POINT：「プランに従ったが負けたトレード」は良いトレード。「プランに従わなかったが勝ったトレード」は悪いトレード。結果ではなくプロセスで評価する。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トレーディングプラン作成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定義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全トレード判断のルールを文書化した設計図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構成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市場・時間軸・エントリー/イグジット・リスク管理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リスクルール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1トレード1%、日次/週次上限、禁止事項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運用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毎日参照、ジャーナルで遵守度を記録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改善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月次レビュー、1つずつ変更、50トレードで評価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トレーディングプラン作成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Next → バックテストとシステム評価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