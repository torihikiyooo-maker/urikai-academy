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中央銀行政策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Central Bank Policy ── 市場を支配する金融政策の読み方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中央銀行の役割と目的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物価の安定（インフレ目標：多くの国で2%）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最大雇用の達成（FRBのデュアルマンデート）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金融システムの安定維持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金融政策ツールで経済を調整：金利操作、量的緩和/引締め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中央銀行の決定は為替・株式・債券すべての市場に影響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「中央銀行に逆らうな」── 市場の最も有名な格言の一つ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金利決定のメカニズム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政策金利 ＝ 中央銀行が金融機関に貸し出す際の基準金利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利上げ → 通貨の魅力向上 → 資金流入 → 通貨高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利下げ → 通貨の魅力低下 → 資金流出 → 通貨安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金利変更そのものより「市場予想とのサプライズ」が値動きを生む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据え置きでも、声明文のトーン変化で大きく動くことがある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FedWatch等のツールで市場の金利織り込み度を確認可能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POINT：FXの中長期トレンドは金利差で決まる。高金利通貨が買われ、低金利通貨が売られる「キャリートレード」の流れが基本。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フォワードガイダンスとドットプロット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フォワードガイダンス ── 将来の金融政策の方向性を市場に予告する手法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「当分の間、緩和的な政策を維持する」→ 通貨安誘導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「インフレ抑制に必要な措置を講じる」→ 利上げ示唆 → 通貨高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ドットプロット（FRB）── FOMC参加者の金利予想を点で示したチャート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ドットの中央値が市場の金利期待に大きく影響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声明文の文言変更（「patient」→「vigilant」等）が重要シグナル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量的緩和（QE）と量的引き締め（QT）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QE ── 中央銀行が国債等を買い入れて市場に資金を供給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QEの効果：金利低下、資産価格上昇、通貨安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QT ── 中央銀行が保有資産を縮小し市場から資金を回収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QTの効果：金利上昇、資産価格に下落圧力、通貨高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QE/QTの規模と期間が市場への影響の大きさを決める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バランスシートの規模変化を追跡することが重要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金融政策ダイバージェンス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ダイバージェンス ＝ 各国の金融政策の方向性の「ずれ」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例：FRBが利上げ中にBOJが緩和継続 → USD高 / JPY安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金融政策ダイバージェンスはFXの中期トレンドの最大ドライバー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ダイバージェンスが拡大 → トレンドが強まる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ダイバージェンスが縮小 → トレンド反転の可能性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各主要中央銀行のスタンスを常に把握しておくことが重要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POINT：「どの中央銀行がタカ派で、どの中央銀行がハト派か」── この一覧を頭に入れておくだけで、FXの大きな流れが見える。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主要中央銀行の会合スケジュール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中央銀行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会合頻度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主な特徴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FRB（FOMC）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世界最重要、ドットプロット年4回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ECB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ユーロ圏の金融政策、記者会見あり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異次元緩和の歴史、為替介入リスク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BOE（MPC）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投票結果の内訳が注目される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RBA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声明文のトーン変化に敏感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BOC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年8回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原油価格との連動に注目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中央銀行イベント時のトレード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発表前：ポジション縮小またはノーポジションが安全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発表直後：スプレッド拡大・スリッページ大 → 飛び乗りは危険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声明文の精読：金利だけでなく、文言のニュアンス変化をチェック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記者会見（総裁/議長）：声明文以上の情報が出ることがある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初動の反応は必ずしも最終方向ではない → 落ち着きを待つ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議事録（数週間後に公開）も市場を動かすことがある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物価安定、雇用最大化、金融システム安定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金利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利上げ＝通貨高、利下げ＝通貨安が基本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ガイダンス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声明文・ドットプロットで将来の政策を示唆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QE/QT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資金供給（緩和）vs 資金回収（引締め）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ダイバージェンス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各国の政策方向の差がFXトレンドを決定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トレード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9593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発表前後は慎重に、声明文の文言変化に注目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中央銀行政策    |    URIKAI Trading Academy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地政学リスクとニューストレード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