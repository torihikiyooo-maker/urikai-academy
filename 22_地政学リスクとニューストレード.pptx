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地政学リスクとニューストレード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Geopolitical Risk &amp; News Trading ── 予測不能なイベントへの対処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地政学リスクの種類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戦争・軍事衝突 ── 最も急激なリスクオフ反応を引き起こす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選挙・政権交代 ── 政策変更期待で通貨が大きく動く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貿易戦争・関税 ── 長期的な経済構造への影響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経済制裁 ── 対象国の通貨・資産に直接影響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テロ・自然災害 ── 短期的な市場混乱を引き起こす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デフォルトリスク ── 国家の債務不履行懸念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地政学リスクとニューストレード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地政学イベントの市場への影響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リスクオフ反応：安全資産（JPY, CHF, USD, 金, 米国債）が買われる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リスク資産（新興国通貨, 株式, 暗号資産）が売られる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ボラティリティの急上昇 ── VIXスパイク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流動性の急低下 ── スプレッド拡大、スリッページ増大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初動は感情的な反応 → その後、合理的な評価に移行する傾向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地政学リスクの「慣れ」── 長期化すると市場は徐々に織り込む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地政学リスクとニューストレード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ニューストレードの基本戦略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ストラドル戦略 ── 指標発表前に両方向に逆指値注文を配置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フェード戦略 ── 指標発表直後の過剰反応の反転を狙う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待機戦略 ── 発表後の初動を見送り、方向が定まってからエントリー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コンセンサスとの乖離幅が値動きの大きさを決定する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「噂で買って事実で売る」── 期待で動いた後、発表で反転するパターン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POINT：ニューストレードは上級者向け。初心者は「重要指標発表前にポジションをスクエアにする」だけでリスクを大幅に軽減できる。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地政学リスクとニューストレード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リスク管理：高インパクトイベント時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ポジションサイズの縮小 ── 通常の50%以下が推奨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ストップロスの拡大 ── ボラティリティに応じてSLを広げる（またはノーポジション）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既存ポジションの部分利確 ── イベント前にリスクを減らす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スリッページを考慮 ── SLが設定通りに約定しない可能性を織り込む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複数通貨での同方向ポジションを避ける ── 相関リスクの集中を防ぐ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最善の策 ── 不確実性が高いときは市場に参加しない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地政学リスクとニューストレード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ニューストレードでよくあるミス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発表直後に飛び乗る ── スプレッド拡大で不利なエントリーになる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SLなしでニュース跨ぎ ── 想定外の結果で大損失のリスク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ポジションサイズを変えない ── 通常時と同じロットで高ボラに突入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初動を最終方向と思い込む ── 最初の反応は反転することが多い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全指標でトレードしようとする ── 高インパクト指標に絞る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「予想」を持ちすぎる ── 方向を当てようとせず、反応を見てから動く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地政学リスクとニューストレード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地政学リスク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戦争・選挙・貿易戦争が市場を急変させる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市場反応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リスクオフ＝安全資産高、ボラ上昇、流動性低下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ニュース戦略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ストラドル、フェード、待機の3パターン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リスク管理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サイズ縮小、SL拡大、またはノーポジション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鉄則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不確実性が高いときは参加しないのが最善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地政学リスクとニューストレード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各国経済プロファイル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