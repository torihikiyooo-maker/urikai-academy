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ドローダウン管理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Drawdown Management ── 損失期間を生き延びる技術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ドローダウンとは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ドローダウン ＝ 口座残高のピークから谷までの下落幅（%）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最大ドローダウン ＝ 運用期間中の最も大きな下落幅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すべてのトレーダーがドローダウンを経験する ── 避けることはできない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重要なのは「ドローダウンの深さ」と「回復にかかる時間」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ドローダウンが深いほど、回復に指数関数的に多くの利益が必要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ドローダウンと回復に必要な利益率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ドローダウン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回復に必要な利益率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難易度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容易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やや困難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困難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非常に困難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極めて困難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150.0%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ほぼ不可能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破綻レベル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ドローダウンの予防策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1-2%ルールの厳守 ── 1トレードのリスクを制限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日次損失上限 ── 例：1日の損失が3%に達したらその日は終了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週次損失上限 ── 例：週の損失が5%に達したら週末まで休止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連敗時の自動ルール ── 3連敗したらロットを半分にする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相関ポジションの制限 ── 同方向に複数ペアのポジションを持たない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高インパクトイベント前のポジション調整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POINT：ドローダウン20%を超えないことを最優先目標にする。20%以内なら回復は現実的だが、30%以上は心理的にも回復が困難になる。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ドローダウンからの回復戦略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まずトレードを止めて分析する ── 何が原因かを特定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ロットサイズを大幅に縮小する ── 通常の50%以下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基本に立ち返る ── 最もシンプルで得意な戦略だけに絞る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デモ口座で自信を回復してからライブに戻る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1トレードで取り返そうとしない ── 小さな勝ちを積み重ねる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トレードジャーナルの見直し ── 過去の成功パターンを再確認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エクイティカーブの監視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エクイティカーブ ＝ 口座残高の推移グラフ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右肩上がり ＝ 戦略が機能している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右肩下がり ＝ 戦略が機能していない → 見直しが必要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横ばい ＝ 利益と損失が相殺 → 改善の余地を探す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エクイティカーブがMA（20トレード移動平均）を下回ったら警戒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定期的な（月次/四半期）パフォーマンスレビューを行う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ピークから谷までの口座残高下落幅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回復コスト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50%のDDには100%の回復利益が必要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予防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1-2%ルール、日次/週次上限、連敗ルール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回復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分析→サイズ縮小→基本回帰→小さな勝ちの積み重ね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監視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エクイティカーブで戦略の健全性を判断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ドローダウン管理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感情管理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