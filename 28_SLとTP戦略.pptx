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ストップロスとテイクプロフィット戦略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SL &amp; TP Strategies ── 出口戦略の体系化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ストップロスの種類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固定Pip SL ── 一律のPip数で設定（例：常に30pips）。シンプルだが市場環境を無視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ATRベースSL ── ATR × 1.5〜2.0で設定。ボラティリティに自動適応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構造ベースSL ── S/R、スイングハイ/ローの外側に設定。最も合理的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時間ベースSL ── 一定時間内に動かなければ決済。デイトレード向き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推奨：構造ベースを基本とし、ATRで妥当性を検証する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POINT：SLは「ここを超えたらトレードの根拠が崩れる」ポイントに置く。損失額から逆算して置く場所を決めてはいけない。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SLとTP戦略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ATRベースのストップロス設定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ATR（14期間）の値を基準にSL幅を決定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ATR × 1.5 ＝ 通常のボラティリティを許容する標準的なSL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ATR × 2.0 ＝ より余裕のあるSL（ノイズによる損切りを減らす）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例：ATR ＝ 20pips → SL ＝ 30pips（1.5倍）or 40pips（2倍）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ATRが上昇している市場 → SL幅も自動的に広がる → ロットを減らす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構造（S/Rの外側）とATRの両方が示す位置が理想的なSL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SLとTP戦略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テイクプロフィット戦略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固定TP ── RRRに基づいて事前に設定（例：SL 20pips → TP 40pips）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S/RベースTP ── 次のS/Rレベルに設定。最も合理的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フィボナッチTP ── エクステンションレベル（127.2%、161.8%）に設定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部分決済 ── TP1で50%決済、残りをトレーリング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トレーリングストップ ── ATRトレール、構造トレール、MAトレール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推奨：TP1（S/R）で部分決済 ＋ 残りをトレーリング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SLとTP戦略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トレーリングストップの種類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固定Pipトレール ── 一定Pip数で追従（例：30pips幅で追従）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ATRトレール ── ATR × 倍率で動的に追従。ボラに適応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構造トレール ── 新しいスイングロー/ハイにSLを移動。最も合理的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MAトレール ── 移動平均線（20EMA等）を割ったら決済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ブレイクイーブン移動 ── 一定の利益が出たらSLをエントリー価格に移動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注意：トレーリングを狭くしすぎるとノイズで決済される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SLとTP戦略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よくあるSL/TPのミス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SLを不利な方向に動かす ── 「もう少し待てば戻る」は致命的思考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SLを狭くしすぎる ── ノイズで頻繁に損切り → 勝率が極端に低下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SLを広くしすぎる ── 1回の損失が大きすぎ → ドローダウン悪化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TPを置かない ── 利益確定のタイミングを逃し、利益が損失に変わる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全ポジションを一括決済 ── 部分決済を活用すればリスクと利益のバランスが改善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エントリー後にSL/TPを変更する ── 事前の計画通りに実行する規律が必要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SLとTP戦略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SLの種類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固定Pip、ATRベース、構造ベース、時間ベース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ATR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ATR × 1.5-2.0でボラに適応したSL幅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TP戦略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S/Rベース、フィボ、部分決済＋トレーリング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トレーリング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固定/ATR/構造/MAトレール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鉄則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SLを不利に動かさない、事前計画を遵守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SLとTP戦略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ドローダウン管理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