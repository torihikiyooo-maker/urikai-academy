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取引セッションと時間帯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市場のリズムを理解する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FX市場の24時間サイクル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FX市場は月曜早朝（NZ/シドニー）〜土曜早朝（NY）まで連続稼働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3つの主要セッションがリレー形式で市場を回す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東京セッション → ロンドンセッション → ニューヨークセッション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セッション間の「オーバーラップ」が最も活発な時間帯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各セッションごとに取引される主要通貨・ボラティリティが異なる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3大セッションの特徴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セッション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時間（JST）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主要通貨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東京（アジア）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6:00 - 15:00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比較的穏やか、レンジ相場が多い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JPY, AUD, NZD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ロンドン（欧州）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16:00 - 翌1:00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ボラティリティ増大、トレンド発生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EUR, GBP, CHF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ニューヨーク（米国）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21:00 - 翌6:00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最大の流動性、経済指標発表多数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USD, CAD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ロンドン×NY重複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21:00 - 翌1:00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1日で最も活発、大きな値動き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全通貨ペア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東京セッション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日本時間 6:00〜15:00（夏時間による変動あり）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アジア・オセアニア圏の参加者が中心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相対的にボラティリティが低い → レンジ戦略が機能しやすい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JPY、AUD、NZDの動きに注目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仲値（9:55）前後にUSD/JPYが動く傾向（実需のドル買い）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ロンドンオープン前に東京セッションのレンジをブレイクすることが多い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ロンドンセッション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日本時間 16:00〜翌1:00（冬時間は17:00〜翌2:00）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世界のFX取引の約38%がロンドン市場で行われる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ボラティリティが急激に増加 → トレンドが発生しやすい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EUR、GBP、CHFの値動きが活発に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東京セッションのレンジをブレイクする動きが頻出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欧州の経済指標発表が相場を動かす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ニューヨークセッション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日本時間 21:00〜翌6:00（冬時間は22:00〜翌7:00）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ロンドンとのオーバーラップ時間帯が最も流動性が高い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米国の経済指標（NFP、CPI、FOMC等）がこの時間帯に発表される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指標発表後の急激な値動きに注意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NYクローズ（日本時間翌6:00/7:00）は日足の確定時刻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NY午後はロンドン勢の退出で流動性が低下する傾向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時間帯と戦略の関係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東京セッション → レンジ取引、逆張り戦略が機能しやすい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ロンドンオープン → ブレイクアウト戦略が有効な時間帯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ロンドン×NYオーバーラップ → トレンドフォロー、モメンタム戦略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NY午後〜東京オープン前 → 流動性低下、スプレッド拡大に注意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重要指標発表前後 → 指標トレードまたはポジション管理の時間帯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自分のライフスタイルに合ったセッションを主戦場にする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POINT：すべての時間帯で同じ戦略は通用しない。自分が参加する時間帯の特性を理解し、それに適した戦略を選択すること。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24時間市場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3セッションのリレー方式で世界をカバー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東京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穏やか、レンジ相場、JPY/AUD/NZD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ロンドン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高ボラ、トレンド発生、EUR/GBP/CHF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ニューヨーク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最大流動性、米指標発表、USD/CAD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オーバーラップ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21:00-1:00が1日で最も活発な時間帯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戦略適合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時間帯に合わせた戦略選択が必須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取引セッションと時間帯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