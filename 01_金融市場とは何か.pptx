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金融市場とは何か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金融市場の定義・役割・仕組み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金融市場の定義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金融市場 ＝ お金や金融商品が売買される「場」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買い手と売り手が価格を決定する仕組み（オークション方式）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実体経済の資金循環を担うインフラ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市場がなければ、企業は資金調達ができず経済活動が停滞する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世界中の金融市場は相互に連動している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POINT：金融市場は、資金を必要とする主体と、資金を運用したい主体を結びつける場である。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金融市場とは何か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金融市場の4つの機能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価格発見（Price Discovery）── 需要と供給から公正な価格を見つける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流動性の提供（Liquidity）── いつでも売買できる環境を作る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リスク移転（Risk Transfer）── ヘッジによりリスクを引き受けたい人に移す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資本配分（Capital Allocation）── 有望な事業・国に資金が集まる仕組み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POINT：これら4つの機能が正常に働いている市場ほど、効率的で健全な市場と言える。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金融市場とは何か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金融市場の構造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一次市場（Primary Market）── 新規発行（IPO・新発債）の取引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二次市場（Secondary Market）── 既発の金融商品の流通・売買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トレーダーが参加するのは主に二次市場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一次市場の動向（IPO・増資・起債）も二次市場に影響を与える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金融市場とは何か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規制と監督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各国の金融規制当局が市場の公正性を監督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日本：金融庁（FSA）、証券取引等監視委員会（SESC）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米国：SEC（証券取引委員会）、CFTC（商品先物取引委員会）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英国：FCA（金融行動監視機構）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規制の目的：投資家保護、市場の透明性確保、不正防止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ブローカー選びでは規制ライセンスの確認が必須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金融市場とは何か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定義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金融市場は資金の出し手と受け手を結ぶ場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4つの機能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価格発見・流動性・リスク移転・資本配分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市場構造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一次市場（発行）と二次市場（流通）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規制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各国の規制当局が市場の公正性を監督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金融市場とは何か    |    URIKAI Trading Academy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金融市場の種類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