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バックテストとシステム評価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Backtesting &amp; System Evaluation ── 戦略を過去データで検証する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バックテストとは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過去のチャートデータを使って、戦略が有効だったかを検証するプロセス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「もしこのルールで過去にトレードしていたら、結果はどうなったか？」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バックテストなしにライブ口座でトレードするのは無謀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手動バックテストとソフトウェアバックテストの2種類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バックテストの目的：戦略の期待値とリスク特性を事前に把握する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バックテストとシステム評価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手動バックテストの手順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①チャートリプレイ機能を使い、過去の日付から再生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②自分のルールに従い、リアルタイムのようにエントリー/イグジットを記録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③最低100トレード分のデータを収集する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④結果を集計：勝率、平均利益、平均損失、期待値、最大DD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⑤ツール：TradingViewリプレイ、Forex Tester、MT4/5ストラテジーテスター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⑥手動のメリット：パターン認識力が向上する、戦略への理解が深まる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バックテストとシステム評価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バックテストの評価指標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目安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勝率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勝ちトレードの割合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40-60%（戦略による）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プロフィットファクター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総利益 ÷ 総損失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1.5以上が望ましい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期待値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1トレードあたりの平均損益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プラスであること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最大ドローダウン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ピークからの最大下落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20%以下が望ましい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シャープレシオ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リターン ÷ リスク（標準偏差）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1.0以上が良好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リカバリーファクター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純利益 ÷ 最大DD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3.0以上が良好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バックテストとシステム評価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ウォークフォワード分析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過去データを「最適化期間」と「検証期間」に分ける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最適化期間でパラメータを調整 → 検証期間でパフォーマンスを確認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検証期間でも良好なら → 戦略は堅牢（ロバスト）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検証期間で成績が悪化 → 過学習（カーブフィッティング）の疑い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カーブフィッティング ＝ 過去データに最適化しすぎて将来に通用しない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ウォークフォワードはカーブフィッティングを検出する最良の方法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POINT：バックテストの結果が「良すぎる」場合は要注意。過去データに完璧にフィットした戦略は、将来の実運用で機能しない可能性が高い。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バックテストとシステム評価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バックテストの落とし穴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カーブフィッティング ── パラメータを過去に最適化しすぎる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スプレッド・スリッページの無視 ── 実際のコストを含めないと結果が歪む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少ないサンプル数 ── 30トレードでは統計的に不十分。最低100トレード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生存者バイアス ── 上場廃止銘柄を除外した不完全なデータ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前方参照バイアス ── 当時知り得なかった情報を使ってしまう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最終検証 ── デモ口座でのフォワードテスト（最低1〜3ヶ月）を経てからライブへ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バックテストとシステム評価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戦略の期待値とリスク特性を事前に把握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手順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チャートリプレイで100トレード以上を検証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指標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勝率、PF、期待値、最大DD、シャープレシオ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ウォークフォワード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過学習を検出する分割検証法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カーブフィッティング、コスト無視、サンプル不足を避ける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バックテストとシステム評価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トレード戦略集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