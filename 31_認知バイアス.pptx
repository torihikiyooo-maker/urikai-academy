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認知バイアス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Cognitive Biases ── 脳の錯覚がトレードを歪める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認知バイアスとは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人間の脳が効率的に判断するために使う「近道」が生むシステム的な誤り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進化の過程で生存に有利だった思考パターンが、トレードでは不利に働く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全てのトレーダーがバイアスの影響を受ける ── 例外はない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バイアスを完全に排除することは不可能 ── 認識し、対策を講じる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システマティックなルールとチェックリストがバイアス対策の最良の手段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認知バイアス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確証バイアス（Confirmation Bias）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自分の既存の信念を裏付ける情報のみを選択的に集める傾向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例：「ドル高になる」と信じると、ドル高の根拠だけが目に入る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反証となるデータを無意識に無視・過小評価する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対策：自分のポジションと逆の根拠を積極的に探す習慣をつける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対策：エントリー前に「このトレードが失敗する理由」を3つ挙げる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認知バイアス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損失回避バイアス（Loss Aversion）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損失の痛みは同額の利益の喜びの約2倍強く感じられる（プロスペクト理論）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結果：利益は早く確定し、損失は長く引きずる ── 最悪の行動パターン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「利小損大」の根本原因 ── 感情に従うと自然にこうなる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対策①：SL/TPを事前に設定し、手動で触らない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対策②：部分決済を活用し、利益確定のプレッシャーを軽減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対策③：RRRの概念を理解し、損失を「コスト」として受け入れる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POINT：損失回避バイアスこそが「損大利小」の元凶。SL/TPの自動設定はこのバイアスに対する最も効果的な対抗手段。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認知バイアス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その他の重要なバイアス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直近バイアス（Recency Bias）── 直近のトレード結果に過度に影響される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アンカリング（Anchoring）── 最初に見た価格や情報に固執する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後知恵バイアス（Hindsight Bias）── 「わかっていた」と過去を歪曲する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サンクコスト効果 ── 「ここまで耐えたから」と損失ポジションを持ち続ける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群衆心理（Herding）── 多数派に合わせて行動する傾向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過信バイアス（Overconfidence）── 連勝後にリスクを過大に取る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認知バイアス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バイアスへの対策：システムで守る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明確なルールベースの戦略 ── 判断の余地を最小限にする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エントリーチェックリスト ── 全条件を満たさなければ不参加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トレードジャーナル ── 感情の記録と定期的な振り返り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事前のSL/TP設定 ── エントリー時に同時設定、後から変更しない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定量的な振り返り ── 「感覚」ではなく「数字」で判断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第三者のレビュー ── トレード仲間やメンターにチェックしてもらう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認知バイアス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確証バイアス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自分の信念に合う情報だけを集める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損失回避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損失の痛みが利益の喜びの2倍 → 利小損大の元凶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直近/アンカリング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直近の経験や最初の情報に過度に影響される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後知恵/サンクコスト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過去の認知を歪め、損切りを遅らせる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対策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ルール・チェックリスト・ジャーナル・定量的レビュー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認知バイアス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規律とルーティン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