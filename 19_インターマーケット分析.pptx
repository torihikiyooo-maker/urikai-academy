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A537"/>
                </a:solidFill>
                <a:latin typeface="Meiryo UI"/>
              </a:defRPr>
            </a:pPr>
            <a:r>
              <a:t>SECTION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eiryo UI"/>
              </a:defRPr>
            </a:pPr>
            <a:r>
              <a:t>インターマーケット分析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Intermarket Analysis ── 市場間の相関関係を理解する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84632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インターマーケット分析とは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異なる資産クラス（通貨・株式・債券・商品）間の相関関係を分析する手法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John Murphyが体系化した分析フレームワーク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金融市場は独立して動くのではなく、相互に影響し合っている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ある市場の動きから、別の市場の方向性を推測する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マクロ的な市場環境の把握に非常に有効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インターマーケット分析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通貨間の相関関係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正の相関：EUR/USDとGBP/USD（同方向に動きやすい）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負の相関：EUR/USDとUSD/CHF（逆方向に動きやすい）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強い正の相関ペアに同時にポジションを持つ ＝ リスクの二重取り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相関関係は一定ではなく、市場環境によって変化する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相関係数：+1（完全正相関）〜 -1（完全負相関）、0 ＝ 無相関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定期的に相関テーブルを確認し、現在の相関を把握する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インターマーケット分析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債券利回りと通貨の関係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基本原則：金利が高い国の通貨は買われやすい（高金利通貨選好）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2国間の金利差（イールドスプレッド）が通貨ペアの方向性を左右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米10年債利回り上昇 → ドル高の傾向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日米金利差拡大 → USD/JPY上昇の傾向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イールドカーブ（利回り曲線）の形状も重要なシグナル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逆イールド（短期＞長期）＝ リセッション（景気後退）のシグナル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54864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4937760"/>
            <a:ext cx="10460736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defRPr sz="1400">
                <a:solidFill>
                  <a:srgbClr val="2C3E50"/>
                </a:solidFill>
                <a:latin typeface="Meiryo UI"/>
              </a:defRPr>
            </a:pPr>
            <a:r>
              <a:t>POINT：FXトレーダーにとって金利差は最も重要なファンダメンタル要因。債券市場の動向を把握することでFXの中期的な方向性を予測できる。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インターマーケット分析    |    URIKAI Trading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コモディティと通貨の関連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通貨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関連コモディティ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相関の方向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理由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AUD（豪ドル）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鉄鉱石・金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正の相関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主要輸出品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CAD（加ドル）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原油（WTI）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正の相関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世界有数の産油国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NZD（NZドル）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乳製品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正の相関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主要輸出品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NOK（ノルウェー）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原油（Brent）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正の相関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欧州最大の産油国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JPY（日本円）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原油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負の相関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エネルギー輸入国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CHF（スイスフラン）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金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正の相関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安全資産の相関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インターマーケット分析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リスクオン / リスクオフ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リスクオン ── 市場参加者がリスクを取りに行く環境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リスクオン時に買われる：株式、AUD、NZD、新興国通貨、暗号資産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リスクオフ ── 市場参加者がリスクを回避する環境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リスクオフ時に買われる（安全資産）：JPY、CHF、USD、金、米国債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VIX（恐怖指数）上昇 ＝ リスクオフ環境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現在のリスク環境を把握することで、通貨の方向性を判断できる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インターマーケット分析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DXY（ドルインデックス）の活用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DXY ＝ 主要6通貨に対する米ドルの総合的な強弱を示す指数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構成：EUR（57.6%）、JPY（13.6%）、GBP（11.9%）、CAD（9.1%）、SEK（4.2%）、CHF（3.6%）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DXY上昇 ＝ ドル全面高の環境 → ドルストレートの売り圧力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DXY下落 ＝ ドル全面安の環境 → ドルストレートの買い圧力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個別のドルストレートペアを取引する前にDXYを確認する習慣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DXYの主要サポート/レジスタンスも重要な転換ポイント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54864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4937760"/>
            <a:ext cx="10460736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defRPr sz="1400">
                <a:solidFill>
                  <a:srgbClr val="2C3E50"/>
                </a:solidFill>
                <a:latin typeface="Meiryo UI"/>
              </a:defRPr>
            </a:pPr>
            <a:r>
              <a:t>POINT：DXYはユーロの比重が57.6%と高いため、EUR/USDとほぼ逆相関。ドル全体の方向性を把握するフィルターとして活用。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インターマーケット分析    |    URIKAI Trading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まとめ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21615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異なる資産クラス間の相関関係を分析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通貨相関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76479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ペア間の正/負相関を把握しリスク管理に活用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金利と通貨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1343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金利差がFXの中期的方向性を決定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4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コモディティ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6207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資源国通貨と原資源価格の連動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リスクオン/オフ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41071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市場のリスク環境で買われる通貨が変わる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3192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DXY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95935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ドル全体の強弱を示す指数、方向性フィルター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インターマーケット分析    |    URIKAI Trading Academy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537"/>
                </a:solidFill>
                <a:latin typeface="Meiryo UI"/>
              </a:defRPr>
            </a:pPr>
            <a:r>
              <a:t>End of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Next → マクロ経済指標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57200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