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注文の種類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取引執行の基本操作を理解する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基本的な注文タイプ一覧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注文タイプ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説明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使用場面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成行注文（Market）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現在の価格で即座に約定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今すぐエントリーしたいとき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指値注文（Limit）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指定価格以下で買い/以上で売り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押し目買い・戻り売り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逆指値注文（Stop）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指定価格を超えたら発動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ブレイクアウトエントリー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ストップロス（SL）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損失を限定するための自動決済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リスク管理（必須）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テイクプロフィット（TP）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利益確定のための自動決済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利確ポイントの事前設定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トレーリングストップ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価格追従型のストップロス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利益を伸ばしたいとき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注文の種類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成行注文（Market Order）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現在の市場価格で即座に約定する注文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メリット：確実にポジションを持てる（約定拒否がほぼない）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デメリット：スリッページが発生する可能性がある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ボラティリティが高い局面ではスリッページに特に注意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急いでエントリー/決済したいときに使用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注文の種類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指値注文（Limit Order）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指定した価格（またはより有利な価格）で約定する注文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Buy Limit ＝ 現在価格より下に設定 → 価格が下がったら買う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Sell Limit ＝ 現在価格より上に設定 → 価格が上がったら売る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メリット：希望の価格で約定できる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デメリット：価格が到達しなければ約定しない（機会損失の可能性）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押し目買い・戻り売り戦略で多用される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注文の種類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逆指値注文（Stop Order）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指定した価格に到達したら成行注文として発動する注文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Buy Stop ＝ 現在価格より上に設定 → 価格が上がったら買う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Sell Stop ＝ 現在価格より下に設定 → 価格が下がったら売る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ブレイクアウト戦略で使用される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発動後は成行注文になるため、スリッページの可能性あり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Stop Limit注文 ＝ 発動後に指値注文になるハイブリッド型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注文の種類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ストップロス（SL）── リスク管理の生命線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損失が一定額に達したら自動的にポジションを決済する注文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全トレードに必ず設定すべき最重要の注文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SLなしのトレード ＝ リスクが無限大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SLの配置場所はテクニカル分析に基づいて決定する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「ここを超えたらトレードの根拠が崩れる」ポイントに置く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一度設定したSLを不利な方向に動かしてはならない（鉄則）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POINT：ストップロスはトレーダーの生命保険。設定しない理由は一切ない。SLの設定は技術ではなく「習慣」にすべき。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注文の種類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テイクプロフィットとトレーリングストップ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テイクプロフィット（TP）＝ 利益が目標に達したら自動で決済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事前にTPを設定することで感情的な判断を排除できる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トレーリングストップ ＝ 価格の有利な方向への動きに追従するSL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例：20pipsのトレーリングストップ → 価格が有利に動くたびSLも追従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利益を伸ばしつつ、一定の利益を確保する仕組み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トレンド相場で特に有効、レンジ相場では早期に決済されやすい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注文の種類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成行注文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即座に約定、確実だがスリッページあり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指値注文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有利な価格を指定、約定しない可能性あり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逆指値注文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ブレイクアウト用、発動後は成行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ストップロス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損失限定、全トレードで必須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テイクプロフィット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利益確定の自動化、感情排除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トレーリングストップ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593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利益追従型SL、トレンド相場で有効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注文の種類    |    URIKAI Trading Academy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取引セッションと時間帯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